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7" r:id="rId2"/>
    <p:sldId id="518" r:id="rId3"/>
    <p:sldId id="469" r:id="rId4"/>
    <p:sldId id="519" r:id="rId5"/>
    <p:sldId id="521" r:id="rId6"/>
    <p:sldId id="265" r:id="rId7"/>
    <p:sldId id="470" r:id="rId8"/>
    <p:sldId id="512" r:id="rId9"/>
    <p:sldId id="267" r:id="rId10"/>
    <p:sldId id="455" r:id="rId11"/>
    <p:sldId id="479" r:id="rId12"/>
    <p:sldId id="480" r:id="rId13"/>
    <p:sldId id="526" r:id="rId14"/>
    <p:sldId id="481" r:id="rId15"/>
    <p:sldId id="482" r:id="rId16"/>
    <p:sldId id="520" r:id="rId17"/>
    <p:sldId id="484" r:id="rId18"/>
    <p:sldId id="472" r:id="rId19"/>
    <p:sldId id="523" r:id="rId20"/>
    <p:sldId id="522" r:id="rId21"/>
    <p:sldId id="473" r:id="rId22"/>
    <p:sldId id="474" r:id="rId23"/>
    <p:sldId id="475" r:id="rId24"/>
    <p:sldId id="476" r:id="rId25"/>
    <p:sldId id="477" r:id="rId26"/>
    <p:sldId id="495" r:id="rId27"/>
    <p:sldId id="502" r:id="rId28"/>
    <p:sldId id="496" r:id="rId29"/>
    <p:sldId id="487" r:id="rId30"/>
    <p:sldId id="497" r:id="rId31"/>
    <p:sldId id="498" r:id="rId32"/>
    <p:sldId id="499" r:id="rId33"/>
    <p:sldId id="500" r:id="rId34"/>
    <p:sldId id="504" r:id="rId35"/>
    <p:sldId id="503" r:id="rId36"/>
    <p:sldId id="505" r:id="rId37"/>
    <p:sldId id="506" r:id="rId38"/>
    <p:sldId id="507" r:id="rId39"/>
    <p:sldId id="510" r:id="rId40"/>
    <p:sldId id="508" r:id="rId41"/>
    <p:sldId id="509" r:id="rId42"/>
    <p:sldId id="501" r:id="rId43"/>
    <p:sldId id="485" r:id="rId44"/>
    <p:sldId id="494" r:id="rId45"/>
    <p:sldId id="527" r:id="rId46"/>
    <p:sldId id="525" r:id="rId47"/>
    <p:sldId id="488" r:id="rId48"/>
    <p:sldId id="489" r:id="rId49"/>
    <p:sldId id="528" r:id="rId50"/>
    <p:sldId id="535" r:id="rId51"/>
    <p:sldId id="529" r:id="rId52"/>
    <p:sldId id="530" r:id="rId53"/>
    <p:sldId id="531" r:id="rId54"/>
    <p:sldId id="536" r:id="rId55"/>
    <p:sldId id="534" r:id="rId56"/>
    <p:sldId id="537" r:id="rId57"/>
    <p:sldId id="538" r:id="rId58"/>
    <p:sldId id="539" r:id="rId59"/>
    <p:sldId id="490" r:id="rId60"/>
    <p:sldId id="491" r:id="rId61"/>
    <p:sldId id="492" r:id="rId62"/>
    <p:sldId id="493" r:id="rId63"/>
    <p:sldId id="511" r:id="rId64"/>
    <p:sldId id="513" r:id="rId65"/>
    <p:sldId id="514" r:id="rId66"/>
    <p:sldId id="515" r:id="rId67"/>
    <p:sldId id="516" r:id="rId68"/>
    <p:sldId id="478" r:id="rId69"/>
    <p:sldId id="524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6298-9686-925E-4E66-270011027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B3AC4-2B5B-656C-DBF2-93B2F97CC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4F1D3-4225-4972-89AE-A26AF7D63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A6F1C-ED4C-933C-B41A-25EC24B0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D591F-8578-A1C5-2DE4-49CE8710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08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26B0-1D9A-4C9B-0853-6B2F000E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02EF4-0297-20DC-A911-A0FA48D33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6CC64-9EAA-B881-11C8-2B4EB404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ADA80-61B5-9101-8C4F-B0661B49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CEABA-BEEF-018C-5FE3-F13D8E7F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7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9C3C2-0EE4-0110-99CC-E1BB30548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49497-628D-14CA-F546-A78737782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6794E-5C81-197D-707B-FCBC57161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8F7AF-E81B-7651-EFF9-942017073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350CE-B7F6-525C-1E77-CEB86DC2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68C7-E57D-BBBC-9FAC-40B33A90E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4640B-13B1-16AF-9C24-F79BCA096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3CF89-A735-68D5-7E56-D95450B42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35CBB-726F-8A53-A211-C5A6DFC0F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9814C-0F00-198C-C388-8EE40491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7825A-2452-ACAF-BEB4-C65031FC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0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B7B6-B9E1-0E6D-6875-F13509A16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0AC-C42D-D12A-425F-528F0881B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E963D-A5C8-0B85-40BC-D30E7236F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41FC3-4A6D-18A8-5E09-C9B4ADBED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2D491E-284F-A333-CA68-C349E81A1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B3F28-AD3A-037C-3942-F3A4E366E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9822A-9706-9F9B-36D6-22EDC36A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F2040-2F21-0813-9BB0-A581DD49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71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84D91-3100-759C-7B78-9C71224D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8C37DE-2880-2AD4-5B71-C5AA4B212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42852-1FF6-3127-5A0F-D4B20A9BE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909D8-F83C-80CB-CC15-0D9501F9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71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860A18-1EE9-0EF3-7FCD-9DCF798E4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98AF2-17FB-0AC8-C50D-F2301A98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8569F-6F00-58CA-D17F-6F1506A8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1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7D37-748E-FAE4-CD63-4F085DB9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D3AB9-F4B7-633D-F92C-E8C21CF18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1A0AF-E14F-5CDA-39A5-72DCEC438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B5A27-4FEA-ADED-F4A0-2D832EBDE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E44C4-2A93-A449-1464-3CDA29F9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18EE7-10E1-16A1-54A2-779C580B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96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0A589-669D-1EEE-3980-CA25B4DED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5281F-973F-8942-0181-77D2DE383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17F33-9538-D147-B39C-B4E756581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390D9-0D36-1CCD-91AE-B80DC872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AEB42-DFE8-9475-900B-02525C5D6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BA982-F5B9-4CEF-440A-A8F48E3F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3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02A5-0C68-A4AF-F60A-75E96924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1BA6D-2473-68B0-9F9A-B1D09795D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B5CFC-A7E4-D495-933D-2BE959576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667BF-43FF-B81C-F2A2-DE3049DC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6E262-45B2-6ACB-B20B-158F55B8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31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6FD13A-D4A9-3C63-95D2-AF436FE55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32CA5-14AF-0A48-D9A4-A96DEC26B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9C30B-95AA-F9BF-87A3-C14B53104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F1AA6-B4C7-8717-204D-4CA30A571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7C2B8-E11E-BAD5-15CF-F249EC10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5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05A1A-2B9E-2DCA-B31E-AB28C1613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17CD9-B0D9-D329-F905-36162E083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545A4-C4D1-F67A-709A-7682A5217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5BDAB-AC1D-46A3-A400-1FD599E38CC1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47F4D-33BC-AA47-5CF0-50DAC8994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3C953-374E-3BE4-4467-90581575D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FD766-2513-4A18-BBD6-676BADDD2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01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382980E-10E8-1B45-194D-F3A240575676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CHUỖI SỐ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9478C-522B-3759-71D1-4E755B7C2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15" y="993286"/>
            <a:ext cx="9510358" cy="516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28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E8F68DC-DFAC-D08E-DF4E-E63A31D74E82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QUAN HỆ ĐỆ QUY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55878E-097E-1A28-8FF5-10C6A46EB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58" y="792164"/>
            <a:ext cx="11747677" cy="20881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E7B148-E050-074C-A5AD-D60A27B4C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20" y="3147597"/>
            <a:ext cx="9294534" cy="311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7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HỆ THỨC ĐỆ QUY</a:t>
            </a:r>
          </a:p>
          <a:p>
            <a:pPr algn="ctr"/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61578" y="1265131"/>
            <a:ext cx="8854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/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D824C-250D-3532-CA85-4FA716BC0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30667"/>
            <a:ext cx="9144000" cy="1489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CAC90C-1A32-1146-D84B-29AC8DC5D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863" y="3061343"/>
            <a:ext cx="8602275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2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2CEB6C-B23A-1B11-865B-31D014E88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25" y="694943"/>
            <a:ext cx="10771557" cy="557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1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910654-2B5E-1A36-019A-D58B5DFCF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348" y="1346673"/>
            <a:ext cx="8881112" cy="296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52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30F34025-33A0-FECA-987E-D2D4E904B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Một số ví dụ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6D311BB1-7272-7643-332C-A471247998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dirty="0" err="1">
                <a:solidFill>
                  <a:srgbClr val="FF6600"/>
                </a:solidFill>
              </a:rPr>
              <a:t>Ví</a:t>
            </a:r>
            <a:r>
              <a:rPr lang="en-US" altLang="en-US" b="1" dirty="0">
                <a:solidFill>
                  <a:srgbClr val="FF6600"/>
                </a:solidFill>
              </a:rPr>
              <a:t> </a:t>
            </a:r>
            <a:r>
              <a:rPr lang="en-US" altLang="en-US" b="1" dirty="0" err="1">
                <a:solidFill>
                  <a:srgbClr val="FF6600"/>
                </a:solidFill>
              </a:rPr>
              <a:t>dụ</a:t>
            </a:r>
            <a:r>
              <a:rPr lang="en-US" altLang="en-US" b="1" dirty="0">
                <a:solidFill>
                  <a:srgbClr val="FF6600"/>
                </a:solidFill>
              </a:rPr>
              <a:t> 1:(</a:t>
            </a:r>
            <a:r>
              <a:rPr lang="en-US" altLang="en-US" b="1" dirty="0" err="1">
                <a:solidFill>
                  <a:srgbClr val="FF6600"/>
                </a:solidFill>
              </a:rPr>
              <a:t>Dãy</a:t>
            </a:r>
            <a:r>
              <a:rPr lang="en-US" altLang="en-US" b="1" dirty="0">
                <a:solidFill>
                  <a:srgbClr val="FF6600"/>
                </a:solidFill>
              </a:rPr>
              <a:t> Fibonacci)</a:t>
            </a:r>
          </a:p>
          <a:p>
            <a:pPr eaLnBrk="1" hangingPunct="1"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 err="1"/>
              <a:t>Bài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: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đôi</a:t>
            </a:r>
            <a:r>
              <a:rPr lang="en-US" altLang="en-US" dirty="0"/>
              <a:t> </a:t>
            </a:r>
            <a:r>
              <a:rPr lang="en-US" altLang="en-US" dirty="0" err="1"/>
              <a:t>thỏ</a:t>
            </a:r>
            <a:r>
              <a:rPr lang="en-US" altLang="en-US" dirty="0"/>
              <a:t> (</a:t>
            </a:r>
            <a:r>
              <a:rPr lang="en-US" altLang="en-US" dirty="0" err="1"/>
              <a:t>gồm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thỏ</a:t>
            </a:r>
            <a:r>
              <a:rPr lang="en-US" altLang="en-US" dirty="0"/>
              <a:t> </a:t>
            </a:r>
            <a:r>
              <a:rPr lang="en-US" altLang="en-US" dirty="0" err="1"/>
              <a:t>đực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thỏ</a:t>
            </a:r>
            <a:r>
              <a:rPr lang="en-US" altLang="en-US" dirty="0"/>
              <a:t> </a:t>
            </a:r>
            <a:r>
              <a:rPr lang="en-US" altLang="en-US" dirty="0" err="1"/>
              <a:t>cái</a:t>
            </a:r>
            <a:r>
              <a:rPr lang="en-US" altLang="en-US" dirty="0"/>
              <a:t>) </a:t>
            </a:r>
            <a:r>
              <a:rPr lang="en-US" altLang="en-US" dirty="0" err="1"/>
              <a:t>cứ</a:t>
            </a:r>
            <a:r>
              <a:rPr lang="en-US" altLang="en-US" dirty="0"/>
              <a:t> </a:t>
            </a:r>
            <a:r>
              <a:rPr lang="en-US" altLang="en-US" dirty="0" err="1"/>
              <a:t>mỗi</a:t>
            </a:r>
            <a:r>
              <a:rPr lang="en-US" altLang="en-US" dirty="0"/>
              <a:t> </a:t>
            </a:r>
            <a:r>
              <a:rPr lang="en-US" altLang="en-US" dirty="0" err="1"/>
              <a:t>tháng</a:t>
            </a:r>
            <a:r>
              <a:rPr lang="en-US" altLang="en-US" dirty="0"/>
              <a:t> </a:t>
            </a:r>
            <a:r>
              <a:rPr lang="en-US" altLang="en-US" dirty="0" err="1"/>
              <a:t>đẻ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đôi</a:t>
            </a:r>
            <a:r>
              <a:rPr lang="en-US" altLang="en-US" dirty="0"/>
              <a:t> </a:t>
            </a:r>
            <a:r>
              <a:rPr lang="en-US" altLang="en-US" dirty="0" err="1"/>
              <a:t>thỏ</a:t>
            </a:r>
            <a:r>
              <a:rPr lang="en-US" altLang="en-US" dirty="0"/>
              <a:t> con (</a:t>
            </a:r>
            <a:r>
              <a:rPr lang="en-US" altLang="en-US" dirty="0" err="1"/>
              <a:t>cũng</a:t>
            </a:r>
            <a:r>
              <a:rPr lang="en-US" altLang="en-US" dirty="0"/>
              <a:t> </a:t>
            </a:r>
            <a:r>
              <a:rPr lang="en-US" altLang="en-US" dirty="0" err="1"/>
              <a:t>gồm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đực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cái</a:t>
            </a:r>
            <a:r>
              <a:rPr lang="en-US" altLang="en-US" dirty="0"/>
              <a:t>),</a:t>
            </a:r>
            <a:r>
              <a:rPr lang="en-US" altLang="en-US" dirty="0" err="1"/>
              <a:t>mỗi</a:t>
            </a:r>
            <a:r>
              <a:rPr lang="en-US" altLang="en-US" dirty="0"/>
              <a:t> </a:t>
            </a:r>
            <a:r>
              <a:rPr lang="en-US" altLang="en-US" dirty="0" err="1"/>
              <a:t>đôi</a:t>
            </a:r>
            <a:r>
              <a:rPr lang="en-US" altLang="en-US" dirty="0"/>
              <a:t> </a:t>
            </a:r>
            <a:r>
              <a:rPr lang="en-US" altLang="en-US" dirty="0" err="1"/>
              <a:t>thỏ</a:t>
            </a:r>
            <a:r>
              <a:rPr lang="en-US" altLang="en-US" dirty="0"/>
              <a:t> con, </a:t>
            </a:r>
            <a:r>
              <a:rPr lang="en-US" altLang="en-US" dirty="0" err="1"/>
              <a:t>khi</a:t>
            </a:r>
            <a:r>
              <a:rPr lang="en-US" altLang="en-US" dirty="0"/>
              <a:t> </a:t>
            </a:r>
            <a:r>
              <a:rPr lang="en-US" altLang="en-US" dirty="0" err="1"/>
              <a:t>tròn</a:t>
            </a:r>
            <a:r>
              <a:rPr lang="en-US" altLang="en-US" dirty="0"/>
              <a:t> </a:t>
            </a:r>
            <a:r>
              <a:rPr lang="en-US" altLang="en-US" dirty="0" err="1"/>
              <a:t>hai</a:t>
            </a:r>
            <a:r>
              <a:rPr lang="en-US" altLang="en-US" dirty="0"/>
              <a:t> </a:t>
            </a:r>
            <a:r>
              <a:rPr lang="en-US" altLang="en-US" dirty="0" err="1"/>
              <a:t>tháng</a:t>
            </a:r>
            <a:r>
              <a:rPr lang="en-US" altLang="en-US" dirty="0"/>
              <a:t> </a:t>
            </a:r>
            <a:r>
              <a:rPr lang="en-US" altLang="en-US" dirty="0" err="1"/>
              <a:t>tuổi</a:t>
            </a:r>
            <a:r>
              <a:rPr lang="en-US" altLang="en-US" dirty="0"/>
              <a:t>, </a:t>
            </a:r>
            <a:r>
              <a:rPr lang="en-US" altLang="en-US" dirty="0" err="1"/>
              <a:t>lại</a:t>
            </a:r>
            <a:r>
              <a:rPr lang="en-US" altLang="en-US" dirty="0"/>
              <a:t> </a:t>
            </a:r>
            <a:r>
              <a:rPr lang="en-US" altLang="en-US" dirty="0" err="1"/>
              <a:t>mỗi</a:t>
            </a:r>
            <a:r>
              <a:rPr lang="en-US" altLang="en-US" dirty="0"/>
              <a:t> </a:t>
            </a:r>
            <a:r>
              <a:rPr lang="en-US" altLang="en-US" dirty="0" err="1"/>
              <a:t>tháng</a:t>
            </a:r>
            <a:r>
              <a:rPr lang="en-US" altLang="en-US" dirty="0"/>
              <a:t> </a:t>
            </a:r>
            <a:r>
              <a:rPr lang="en-US" altLang="en-US" dirty="0" err="1"/>
              <a:t>đẻ</a:t>
            </a:r>
            <a:r>
              <a:rPr lang="en-US" altLang="en-US" dirty="0"/>
              <a:t> </a:t>
            </a:r>
            <a:r>
              <a:rPr lang="en-US" altLang="en-US" dirty="0" err="1"/>
              <a:t>ra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đôi</a:t>
            </a:r>
            <a:r>
              <a:rPr lang="en-US" altLang="en-US" dirty="0"/>
              <a:t> </a:t>
            </a:r>
            <a:r>
              <a:rPr lang="en-US" altLang="en-US" dirty="0" err="1"/>
              <a:t>thỏ</a:t>
            </a:r>
            <a:r>
              <a:rPr lang="en-US" altLang="en-US" dirty="0"/>
              <a:t> con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quá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sinh</a:t>
            </a:r>
            <a:r>
              <a:rPr lang="en-US" altLang="en-US" dirty="0"/>
              <a:t> </a:t>
            </a:r>
            <a:r>
              <a:rPr lang="en-US" altLang="en-US" dirty="0" err="1"/>
              <a:t>nở</a:t>
            </a:r>
            <a:r>
              <a:rPr lang="en-US" altLang="en-US" dirty="0"/>
              <a:t> </a:t>
            </a:r>
            <a:r>
              <a:rPr lang="en-US" altLang="en-US" dirty="0" err="1"/>
              <a:t>cứ</a:t>
            </a:r>
            <a:r>
              <a:rPr lang="en-US" altLang="en-US" dirty="0"/>
              <a:t> </a:t>
            </a:r>
            <a:r>
              <a:rPr lang="en-US" altLang="en-US" dirty="0" err="1"/>
              <a:t>thế</a:t>
            </a:r>
            <a:r>
              <a:rPr lang="en-US" altLang="en-US" dirty="0"/>
              <a:t> </a:t>
            </a:r>
            <a:r>
              <a:rPr lang="en-US" altLang="en-US" dirty="0" err="1"/>
              <a:t>tiếp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.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n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đôi</a:t>
            </a:r>
            <a:r>
              <a:rPr lang="en-US" altLang="en-US" dirty="0"/>
              <a:t> </a:t>
            </a:r>
            <a:r>
              <a:rPr lang="en-US" altLang="en-US" dirty="0" err="1"/>
              <a:t>thỏ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ở </a:t>
            </a:r>
            <a:r>
              <a:rPr lang="en-US" altLang="en-US" dirty="0" err="1"/>
              <a:t>tháng</a:t>
            </a:r>
            <a:r>
              <a:rPr lang="en-US" altLang="en-US" dirty="0"/>
              <a:t> n?</a:t>
            </a:r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32B574BA-0350-B5D0-7B90-62477961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D6DBC02-292D-4495-9533-17F8A1EF6E6D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9023E-EEA2-34D2-F742-2660F1C9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9064-905F-44AE-BE62-E62CB83BB35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1B7CE-B944-F8E6-B6D6-E39009CAA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066801"/>
            <a:ext cx="8497486" cy="3496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C5D369-3DF6-93F8-5B4F-E20751E2D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4724400"/>
            <a:ext cx="4801270" cy="1324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D9FF95-2BD7-386E-AD0D-8BC6AB1CD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228600"/>
            <a:ext cx="3733800" cy="290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5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F76B8-931A-CC4D-FC12-6F9A1C46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9064-905F-44AE-BE62-E62CB83BB35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8EBCCF-FB00-42DA-1622-2DFA1F8C9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1" y="4618"/>
            <a:ext cx="5961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465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8D9923EA-AFB8-94AF-F779-56EB91CC0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ví</a:t>
            </a:r>
            <a:r>
              <a:rPr lang="en-US" altLang="en-US" dirty="0"/>
              <a:t> </a:t>
            </a:r>
            <a:r>
              <a:rPr lang="en-US" altLang="en-US" dirty="0" err="1"/>
              <a:t>dụ</a:t>
            </a:r>
            <a:endParaRPr lang="en-US" altLang="en-US" dirty="0"/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882866B5-88BA-D2CB-0877-02AAA1F832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Như vậy việc giải bài toán Fobonacci dẫn ta</a:t>
            </a:r>
          </a:p>
          <a:p>
            <a:pPr eaLnBrk="1" hangingPunct="1">
              <a:buFontTx/>
              <a:buNone/>
            </a:pPr>
            <a:r>
              <a:rPr lang="en-US" altLang="en-US"/>
              <a:t>tới việc khảo sát dãy số (F</a:t>
            </a:r>
            <a:r>
              <a:rPr lang="en-US" altLang="en-US" baseline="-25000"/>
              <a:t>n</a:t>
            </a:r>
            <a:r>
              <a:rPr lang="en-US" altLang="en-US"/>
              <a:t>), xác định bởi:</a:t>
            </a:r>
          </a:p>
          <a:p>
            <a:pPr eaLnBrk="1" hangingPunct="1">
              <a:buFontTx/>
              <a:buNone/>
            </a:pPr>
            <a:r>
              <a:rPr lang="en-US" altLang="en-US"/>
              <a:t>F</a:t>
            </a:r>
            <a:r>
              <a:rPr lang="en-US" altLang="en-US" baseline="-25000"/>
              <a:t>1</a:t>
            </a:r>
            <a:r>
              <a:rPr lang="en-US" altLang="en-US"/>
              <a:t> = 1</a:t>
            </a:r>
          </a:p>
          <a:p>
            <a:pPr eaLnBrk="1" hangingPunct="1">
              <a:buFontTx/>
              <a:buNone/>
            </a:pPr>
            <a:r>
              <a:rPr lang="en-US" altLang="en-US"/>
              <a:t>F</a:t>
            </a:r>
            <a:r>
              <a:rPr lang="en-US" altLang="en-US" baseline="-25000"/>
              <a:t>2</a:t>
            </a:r>
            <a:r>
              <a:rPr lang="en-US" altLang="en-US"/>
              <a:t> = 1</a:t>
            </a:r>
          </a:p>
          <a:p>
            <a:pPr eaLnBrk="1" hangingPunct="1">
              <a:buFontTx/>
              <a:buNone/>
            </a:pPr>
            <a:r>
              <a:rPr lang="en-US" altLang="en-US"/>
              <a:t>F</a:t>
            </a:r>
            <a:r>
              <a:rPr lang="en-US" altLang="en-US" baseline="-25000"/>
              <a:t>n</a:t>
            </a:r>
            <a:r>
              <a:rPr lang="en-US" altLang="en-US"/>
              <a:t> = F</a:t>
            </a:r>
            <a:r>
              <a:rPr lang="en-US" altLang="en-US" baseline="-25000"/>
              <a:t>n-1</a:t>
            </a:r>
            <a:r>
              <a:rPr lang="en-US" altLang="en-US"/>
              <a:t>+F</a:t>
            </a:r>
            <a:r>
              <a:rPr lang="en-US" altLang="en-US" baseline="-25000"/>
              <a:t>n-2</a:t>
            </a:r>
            <a:r>
              <a:rPr lang="en-US" altLang="en-US"/>
              <a:t> với n &gt;2.</a:t>
            </a:r>
          </a:p>
        </p:txBody>
      </p:sp>
      <p:sp>
        <p:nvSpPr>
          <p:cNvPr id="26627" name="Slide Number Placeholder 3">
            <a:extLst>
              <a:ext uri="{FF2B5EF4-FFF2-40B4-BE49-F238E27FC236}">
                <a16:creationId xmlns:a16="http://schemas.microsoft.com/office/drawing/2014/main" id="{F175879A-897A-4DC9-8FFA-0BB883A3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1801703-8034-42C4-ADA0-958934AD5471}" type="slidenum">
              <a:rPr lang="en-US" altLang="en-US" sz="1400">
                <a:latin typeface="Times New Roman" panose="02020603050405020304" pitchFamily="18" charset="0"/>
              </a:rPr>
              <a:pPr eaLnBrk="1" hangingPunct="1"/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EC127B-A5F9-5800-F603-063BDE52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B2ECC-0EEE-52BD-BBC1-D6A8872D1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646" y="164828"/>
            <a:ext cx="9144000" cy="1169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6AB9B2-C7F3-87C9-6F20-0F5FEEB84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737" y="1453692"/>
            <a:ext cx="8507012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8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CFA6EA-1CDB-2527-383B-4F062E53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373C41-0925-9E96-E0F3-0AB9A78E1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79" y="409154"/>
            <a:ext cx="7649643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47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8C3D2E-E259-8864-7AEB-6663D0B3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7D459-3F44-01BE-A260-9C800F5CB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94" y="633023"/>
            <a:ext cx="8507012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68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3BA1D0-0826-D404-AB52-14BCD4CAA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68" y="1714261"/>
            <a:ext cx="11559036" cy="273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53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51D6FD-1E69-4A2D-B9E1-D7FA3AB0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9201CC-4213-B576-A5C0-43A728AEE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41" y="594917"/>
            <a:ext cx="8545118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64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2520F1-BBF9-94DB-BA5C-4E7E5762D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E319D-9468-070B-2280-62C14F3B0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1" y="685800"/>
            <a:ext cx="8716591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086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E263F5B-5F87-7C58-F6D8-2679A1DD558C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CÁC QUAN HỆ ĐỆ QUY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21D97-E654-9317-FF41-48B2E3F6B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33" y="985415"/>
            <a:ext cx="7081194" cy="536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24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73C5-652F-2CEF-32C4-6B054BDE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7F60383-79DF-7B7F-C3CD-8642C19DD0F1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TUYẾN TÍNH VÀ KHÔNG TUYẾN TÍNH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256D0-ABD8-EDB7-FED6-1EEF40F6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CABD2-A16A-FC09-3078-CE6D29426BEB}"/>
              </a:ext>
            </a:extLst>
          </p:cNvPr>
          <p:cNvSpPr/>
          <p:nvPr/>
        </p:nvSpPr>
        <p:spPr>
          <a:xfrm>
            <a:off x="1561578" y="1265131"/>
            <a:ext cx="8854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/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E65AC-4D40-DE78-AF88-79BC5C86B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566" y="792163"/>
            <a:ext cx="8264926" cy="361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96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HỆ THỨC ĐỆ QUI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TUYẾN TÍNH THUẦN NHẤT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61578" y="1265131"/>
            <a:ext cx="8854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/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66612A-539D-FC27-550D-63EBA88E0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766" y="1557517"/>
            <a:ext cx="9108469" cy="26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23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455314-39B8-402F-AD13-8FF12871C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07" y="1104247"/>
            <a:ext cx="8583223" cy="3153215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0869BA9-EC2C-55BB-01CA-B3382D7153C3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TỔNG QUÁT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594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4D6288F-EA7E-8AE4-8797-B55A33349E02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TỔNG QUÁT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5D1F2A-51F8-586D-9EA6-D5A73CE1F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28" y="792164"/>
            <a:ext cx="10515099" cy="604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028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HỆ THỨC ĐỆ QUI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TUYẾN TÍNH THUẦN NHẤT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61578" y="1265131"/>
            <a:ext cx="8854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/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08F12-9A83-DD48-DA0F-D57E40BBF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84" y="1414182"/>
            <a:ext cx="8478433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17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HỆ THỨC ĐỆ QUI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TUYẾN TÍNH THUẦN NHẤT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61578" y="1265131"/>
            <a:ext cx="8854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/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9A3428-7B5C-3B33-25B7-18E87A88F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71" y="1528665"/>
            <a:ext cx="11481577" cy="446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195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HỆ THỨC ĐỆ QUI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TUYẾN TÍNH THUẦN NHẤT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61578" y="1265131"/>
            <a:ext cx="8854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/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20E2D3-B0AB-67A0-04E4-B9472F601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1" y="1143000"/>
            <a:ext cx="6058746" cy="2476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ADA866-C636-0053-CFA1-5B32A2C7D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022" y="3579147"/>
            <a:ext cx="7011378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51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HỆ THỨC ĐỆ QUI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TUYẾN TÍNH THUẦN NHẤT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561578" y="1265131"/>
            <a:ext cx="8854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/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E69EC1-F621-D147-F321-912600B03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1" y="1371600"/>
            <a:ext cx="6611273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40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048053-F362-1786-DD32-F697C96D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B61C5F-E0CE-8EB2-A418-4E440B1E4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1" y="152401"/>
            <a:ext cx="2619741" cy="724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E2DB3B-E202-5EDA-38D9-89CC38476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1" y="1219200"/>
            <a:ext cx="7268589" cy="14003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1362C7-42A2-D747-C1F9-65E5A8099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601" y="2982800"/>
            <a:ext cx="6982799" cy="1505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8CB83B-7AC1-B3C3-935D-A8E813D12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1" y="4901265"/>
            <a:ext cx="8068801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43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89B7A1-4357-33D8-242C-E35E791C8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B97734-9CBF-8108-537B-76D0FBF61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398" y="0"/>
            <a:ext cx="674520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DAB3D97-CD36-BEB8-2975-AC66DA5CDC5F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BỘI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819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A8B042-090D-0CEB-EB0C-EC4344DB7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11A4F-12D0-2A5B-D34E-4DC80AB1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457200"/>
            <a:ext cx="4115374" cy="5811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77872A-2A1A-6703-8F08-5594CCAAF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38306"/>
            <a:ext cx="8907118" cy="1324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2787F6-6D5F-72EC-691A-6FD488983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336" y="2819400"/>
            <a:ext cx="8983329" cy="247684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CB9B16-A0B2-3C45-ECF0-982D9E2FE9F1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BỘI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9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940392-E65F-4D2C-309C-9B4E84C77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C989B2-FA0C-90C5-39EE-9611DA002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599" y="0"/>
            <a:ext cx="673480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63A172-CFB3-080B-DABB-26A8EC45D578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BỘI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766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EDCCC4-03EB-2FDD-3A7D-03891834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CADA52B-4D04-6FF2-90A7-1F42DB7D9537}"/>
              </a:ext>
            </a:extLst>
          </p:cNvPr>
          <p:cNvSpPr txBox="1">
            <a:spLocks noChangeArrowheads="1"/>
          </p:cNvSpPr>
          <p:nvPr/>
        </p:nvSpPr>
        <p:spPr>
          <a:xfrm>
            <a:off x="2182091" y="-10831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HỆ THỨC ĐỆ QUI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TUYẾN TÍNH VỚI NGHIỆM BỘI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E9FAA5-37A4-F44B-0E48-4D12DFE5C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782" y="889720"/>
            <a:ext cx="8666018" cy="596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31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188D50-BF26-93EF-2CDB-5B1723CF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20892-0219-3835-CD9A-CBA93AAF2F39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BỘI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BBA3C3-24AA-6FA1-05C2-2E054CE87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72" y="1052181"/>
            <a:ext cx="9173855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12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CA2FF6-431C-7802-9722-25ADD24C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BC3B4-491A-4CB1-6448-0D21466A6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433" y="0"/>
            <a:ext cx="539113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D9EF91-3B8C-A5FF-A917-9FCB47233777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BỘI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153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AB13F8-4822-2C9B-A0C6-254DC9A8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A48D80-413F-FC7A-8F0F-64A8CB067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578" y="0"/>
            <a:ext cx="687884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94DD00-9238-5E41-042D-28F0D48CA281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BỘI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734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96C092-A252-7D86-5C5A-EB50C5C57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1C5741-E827-C0A5-B008-E9312B38E97C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ĐƠN &amp; NGHIỆM BỘI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2DE7B-FADA-2A72-E248-9C14F0CEE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45581"/>
            <a:ext cx="9144000" cy="516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362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C9FA13-302C-7AFF-D3E2-C359508F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0507A1-FB00-7C68-0C51-5D5205A4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762001"/>
            <a:ext cx="8305800" cy="28342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A23B5B0-E848-32ED-F430-95A1135CFF4D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PHỨC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332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1885A4-B537-26DA-A166-2108E999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425BFC-A1A0-EA2E-7A39-E9F38FF20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502" y="381000"/>
            <a:ext cx="8387699" cy="58991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D9638D-175C-8916-4493-45143113BDCA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PHỨC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7557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18C832-C414-C240-4772-FCBF3F17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63E6B-8487-CDDC-09CA-15ED02A4C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201" y="457200"/>
            <a:ext cx="7979228" cy="5715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888C1B-4310-DDBA-C39F-20DED1EBE874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PHỨC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4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216B8E-1AA1-A2A5-F557-65CE8AE7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466F45-32DA-6127-8401-4ABB46F23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10" y="585391"/>
            <a:ext cx="8640381" cy="56872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8670E9-353F-0844-A8D6-FAB9D2889B98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PHỨC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5443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8D563E-1D2A-B9BB-7C43-F028E768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68DFA-B62E-7612-5257-C984A49AB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47" y="580628"/>
            <a:ext cx="8106906" cy="56967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59993D-C04D-9CFB-408A-6D2886E90D6B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PHỨC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852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4EA74F-09E3-A1B1-AF3D-9D180839A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25619-77D2-AA4E-D278-D0599A733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31" y="3276600"/>
            <a:ext cx="9063625" cy="2895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9784CC-C65B-1473-F82A-C22D4688F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474" y="0"/>
            <a:ext cx="5753903" cy="28197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92C64E-A724-A4F8-D136-42EDD48975B6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PHỨC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0666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6E7A2F-AC56-D6E2-F2D1-632766C4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5D2A0E-84B8-6A3D-A9D7-480ECBDF4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73" y="0"/>
            <a:ext cx="9021434" cy="3115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A2AB89-8ED7-5F70-B483-B7815EA93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074" y="3091074"/>
            <a:ext cx="7363853" cy="365811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FA4737-6393-DF75-FD6F-0B683D8501CD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PHỨC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5926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5949C6-F7F5-5240-095F-014ADA2B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294E8-2A92-B79D-491A-39D707D13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709" y="276847"/>
            <a:ext cx="9144000" cy="63043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5443323-320A-1E9F-68D8-FD8FE81023E5}"/>
              </a:ext>
            </a:extLst>
          </p:cNvPr>
          <p:cNvSpPr txBox="1">
            <a:spLocks noChangeArrowheads="1"/>
          </p:cNvSpPr>
          <p:nvPr/>
        </p:nvSpPr>
        <p:spPr>
          <a:xfrm>
            <a:off x="-2332182" y="0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PHỨC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867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0DC6D0-54E8-C29B-1DBF-63796309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92BCA8-554F-C60D-426E-2935792C3989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PHỨC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2F917-7449-9EB9-FB25-A62A55430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92164"/>
            <a:ext cx="9144000" cy="335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8035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B24CD-6C7F-DCD0-47A7-3BE282A6C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57E285-C7FF-2F3F-E77C-E5AA9D0E9A29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2860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THUẦN NHẤT &amp; KHÔNG THUẦN NHẤT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0F112-B398-A276-4F17-49DB81C93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9047C3-6679-DFB4-9FBA-C8C8C33EF8E5}"/>
              </a:ext>
            </a:extLst>
          </p:cNvPr>
          <p:cNvSpPr/>
          <p:nvPr/>
        </p:nvSpPr>
        <p:spPr>
          <a:xfrm>
            <a:off x="1561578" y="1265131"/>
            <a:ext cx="8854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/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397C7-05CE-B32F-543E-17E0D2240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14401"/>
            <a:ext cx="8454874" cy="266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353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11C95-E95E-0E99-B7FC-A0C744B4A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B41FD0-4037-5ED2-E5AB-F4F0E5A0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6110BD-CBE0-7735-8AAC-F2D65B9FC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856" y="901449"/>
            <a:ext cx="9144000" cy="5963478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35483E7C-D48F-E565-CF95-44114A957318}"/>
              </a:ext>
            </a:extLst>
          </p:cNvPr>
          <p:cNvSpPr txBox="1">
            <a:spLocks noChangeArrowheads="1"/>
          </p:cNvSpPr>
          <p:nvPr/>
        </p:nvSpPr>
        <p:spPr>
          <a:xfrm>
            <a:off x="2057400" y="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HỆ THỨC ĐỆ QUI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TUYẾN TÍNH KHÔNG THUẦN NHẤT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2655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1C2B7-F720-D27C-5360-FF27DBEFF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25" y="843062"/>
            <a:ext cx="11767452" cy="397832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D76D3AC-9FF8-88C1-D34D-BA1C8B7C303F}"/>
              </a:ext>
            </a:extLst>
          </p:cNvPr>
          <p:cNvSpPr txBox="1">
            <a:spLocks noChangeArrowheads="1"/>
          </p:cNvSpPr>
          <p:nvPr/>
        </p:nvSpPr>
        <p:spPr>
          <a:xfrm>
            <a:off x="1925782" y="147782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NGHIỆM TỔNG QUÁT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979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BEAAA1-1635-0637-47EE-62368259C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01" y="639192"/>
            <a:ext cx="8849960" cy="609685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C30CF400-CC88-9445-0DB8-EF00D8E41F43}"/>
              </a:ext>
            </a:extLst>
          </p:cNvPr>
          <p:cNvSpPr txBox="1">
            <a:spLocks noChangeArrowheads="1"/>
          </p:cNvSpPr>
          <p:nvPr/>
        </p:nvSpPr>
        <p:spPr>
          <a:xfrm>
            <a:off x="1925782" y="147782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ĐỊNH LÝ NGHIỆM TỔNG QUÁT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5903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A0325C-EA05-4BA1-4E15-AADCC3AF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A36496-7B1B-F5DE-494E-7B98D1806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9144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7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4481F9-2705-5A8B-6143-5E579C3D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F9EBD8-A7BA-12F7-5A33-B6D4704E7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332" y="0"/>
            <a:ext cx="8581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034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6C7919-3E47-F251-71E9-F51E569F3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4" y="445070"/>
            <a:ext cx="9850225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192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291AF87-00B7-51A7-C66E-C6E5C42C6C17}"/>
              </a:ext>
            </a:extLst>
          </p:cNvPr>
          <p:cNvSpPr txBox="1">
            <a:spLocks noChangeArrowheads="1"/>
          </p:cNvSpPr>
          <p:nvPr/>
        </p:nvSpPr>
        <p:spPr>
          <a:xfrm>
            <a:off x="1925782" y="147782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HỆ THỨC BẬC 1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935631-3B1A-0CFC-A31D-55408B60D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42" y="1139785"/>
            <a:ext cx="11400694" cy="435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744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9105BE-36A5-7F12-730D-0650199B5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35" y="86256"/>
            <a:ext cx="10593255" cy="602596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6D11746-3F3E-7F81-C1E3-C2DDDDB76B75}"/>
              </a:ext>
            </a:extLst>
          </p:cNvPr>
          <p:cNvSpPr txBox="1">
            <a:spLocks noChangeArrowheads="1"/>
          </p:cNvSpPr>
          <p:nvPr/>
        </p:nvSpPr>
        <p:spPr>
          <a:xfrm>
            <a:off x="1925782" y="147782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VÍ DỤ HỆ THỨC BẬC 1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0200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584FA-398F-EC08-9892-E7CBA62C2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056"/>
            <a:ext cx="11262856" cy="556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0904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49E62C-485F-20D4-8B04-94EA62067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13" y="249818"/>
            <a:ext cx="10442999" cy="571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0256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5D8C33-E2F4-8672-AFBF-54303EDFF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97" y="551932"/>
            <a:ext cx="6563641" cy="1209844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6AE9624-01B6-EA49-59B2-5FD377365B0D}"/>
              </a:ext>
            </a:extLst>
          </p:cNvPr>
          <p:cNvSpPr txBox="1">
            <a:spLocks noChangeArrowheads="1"/>
          </p:cNvSpPr>
          <p:nvPr/>
        </p:nvSpPr>
        <p:spPr>
          <a:xfrm>
            <a:off x="1925782" y="147782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VÍ DỤ HỆ THỨC BẬC 1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6BBB8A-7607-1BC2-6CCF-A3EC02A04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203" y="1822978"/>
            <a:ext cx="2276793" cy="685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B14C84-089D-6AA0-390D-E4D79206C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132" y="2557365"/>
            <a:ext cx="5982535" cy="1552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D75D92-1E59-92B8-7610-716AE1E9A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132" y="4567513"/>
            <a:ext cx="6716062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592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D40678-0C79-1022-2433-6F63A2415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26" y="235201"/>
            <a:ext cx="7687748" cy="2600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62C736-AD7C-FF2F-BCF9-CC7E29B75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67" y="3429000"/>
            <a:ext cx="8707065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682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49FC9C-C04B-34F8-304B-F331FD99A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96" y="170589"/>
            <a:ext cx="9960677" cy="2535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2AFAED-D273-5D87-ECCB-E357F685F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65" y="2923648"/>
            <a:ext cx="9133181" cy="184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776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0689F-431E-4B18-7DCE-F3579A3A6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34" y="177962"/>
            <a:ext cx="9001292" cy="21218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BA708D-5879-D707-813D-2105D208C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12" y="3055566"/>
            <a:ext cx="8459883" cy="157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26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A28AC2E-78A9-4C4F-C407-E289CA9D58E6}"/>
              </a:ext>
            </a:extLst>
          </p:cNvPr>
          <p:cNvSpPr txBox="1">
            <a:spLocks noChangeArrowheads="1"/>
          </p:cNvSpPr>
          <p:nvPr/>
        </p:nvSpPr>
        <p:spPr>
          <a:xfrm>
            <a:off x="1925782" y="147782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HỆ THỨC BẬC 2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748B0-FC77-31B1-A806-0582BE1D2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78" y="870395"/>
            <a:ext cx="9828590" cy="547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157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E3CE95-59B6-587F-1CED-C8C95B24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45117-5EDC-4D79-6E0F-D6D37431A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83" y="2142945"/>
            <a:ext cx="9945488" cy="2572109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1D4BBC25-93D9-31C9-6ABC-9882029AFF86}"/>
              </a:ext>
            </a:extLst>
          </p:cNvPr>
          <p:cNvSpPr txBox="1">
            <a:spLocks noChangeArrowheads="1"/>
          </p:cNvSpPr>
          <p:nvPr/>
        </p:nvSpPr>
        <p:spPr>
          <a:xfrm>
            <a:off x="1925782" y="147782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VÍ DỤ HỆ THỨC BẬC 2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4450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3D7BB8-1612-6732-9157-B38EFC60D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60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FAD30-37CA-D7B1-E652-A2AD3F917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990601"/>
            <a:ext cx="8821381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717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13F661-1C7C-2BC9-9B19-F92E39FDF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018F69-9749-0E5C-0EC8-403BBC4E0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815" y="0"/>
            <a:ext cx="8852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853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DE4D3A-B4EF-3D17-6D49-CE1031B2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6BCE7-6CF2-13D3-49EC-9B674C42A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14400"/>
            <a:ext cx="9144000" cy="460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500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3AF69-574F-6815-8710-D8DCD8BB5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127631-6A46-6D6F-9462-881394667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64" y="1554957"/>
            <a:ext cx="9060366" cy="1905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2BF40F4-BC71-14B8-784B-4950D3FDCFEE}"/>
              </a:ext>
            </a:extLst>
          </p:cNvPr>
          <p:cNvSpPr txBox="1">
            <a:spLocks noChangeArrowheads="1"/>
          </p:cNvSpPr>
          <p:nvPr/>
        </p:nvSpPr>
        <p:spPr>
          <a:xfrm>
            <a:off x="2057400" y="1"/>
            <a:ext cx="7391400" cy="563563"/>
          </a:xfrm>
          <a:prstGeom prst="rect">
            <a:avLst/>
          </a:prstGeom>
        </p:spPr>
        <p:txBody>
          <a:bodyPr/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sz="3200" dirty="0">
                <a:solidFill>
                  <a:srgbClr val="FF0000"/>
                </a:solidFill>
              </a:rPr>
              <a:t>HỆ THỨC ĐỆ QUI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TUYẾN TÍNH KHÔNG THUẦN NHẤT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3173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9056EB-ADB3-50F3-E217-6EAA22E5C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D4B9AA-C3D6-3023-8313-7A33CC9B7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68852"/>
            <a:ext cx="8063236" cy="618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439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E5490E-CB8A-9D9C-F4D5-A715E498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F6FE6F-A108-C3AD-CFC4-2F7D29A53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4" y="762000"/>
            <a:ext cx="8869013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221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90E529-0509-2DB2-91D7-A59947896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66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0843E9-E896-A5DE-DE25-8936A9742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205" y="313891"/>
            <a:ext cx="7811590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474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07B609-24A9-BB27-B40F-1F04CE221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67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6BF81-788C-9CF6-9D1B-AC5DEEFFD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091" y="136526"/>
            <a:ext cx="8047819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45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79A80A-8107-7BE7-0B55-7C5B685B2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D8CC-78BD-4CB7-9BCD-7BD27FCA505A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07A4C-4AAF-2780-C6A6-DD08BC962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52022"/>
            <a:ext cx="7449590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767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073AB7-8073-1B87-457D-D65F69145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41" y="2711958"/>
            <a:ext cx="8726118" cy="9907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ADAEBF-02CC-7FB9-EB12-916720C4C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80" y="4137547"/>
            <a:ext cx="9164329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124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346</Words>
  <Application>Microsoft Office PowerPoint</Application>
  <PresentationFormat>Widescreen</PresentationFormat>
  <Paragraphs>104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Một số ví dụ</vt:lpstr>
      <vt:lpstr>PowerPoint Presentation</vt:lpstr>
      <vt:lpstr>PowerPoint Presentation</vt:lpstr>
      <vt:lpstr>Một số ví dụ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Trang Nguyen Thuy</dc:creator>
  <cp:lastModifiedBy>Trang Nguyen Thuy</cp:lastModifiedBy>
  <cp:revision>7</cp:revision>
  <dcterms:created xsi:type="dcterms:W3CDTF">2024-10-11T23:52:37Z</dcterms:created>
  <dcterms:modified xsi:type="dcterms:W3CDTF">2024-10-17T15:23:40Z</dcterms:modified>
</cp:coreProperties>
</file>